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3" r:id="rId2"/>
  </p:sldIdLst>
  <p:sldSz cx="18288000" cy="10287000"/>
  <p:notesSz cx="6858000" cy="9144000"/>
  <p:embeddedFontLst>
    <p:embeddedFont>
      <p:font typeface="Aharoni" panose="02010803020104030203" pitchFamily="2" charset="-79"/>
      <p:bold r:id="rId17"/>
    </p:embeddedFont>
    <p:embeddedFont>
      <p:font typeface="Alatsi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2DE839-EB17-D5AC-8111-E971961BD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7DC0CE-5A23-0AA2-58CD-7B01D5051FFF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E9920565-AE13-B781-1BB9-009FDC806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628" y="1675919"/>
            <a:ext cx="11670507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MY" altLang="en-US" sz="6000" b="1" dirty="0" err="1">
                <a:latin typeface="Arial" panose="020B0604020202020204" pitchFamily="34" charset="0"/>
              </a:rPr>
              <a:t>Scoutant</a:t>
            </a:r>
            <a:r>
              <a:rPr lang="en-MY" altLang="en-US" sz="6000" b="1" dirty="0">
                <a:latin typeface="Arial" panose="020B0604020202020204" pitchFamily="34" charset="0"/>
              </a:rPr>
              <a:t> – Ultimate Analysis and Team builder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F34F07-3970-3695-4E8D-7A3C7F37D001}"/>
              </a:ext>
            </a:extLst>
          </p:cNvPr>
          <p:cNvSpPr txBox="1"/>
          <p:nvPr/>
        </p:nvSpPr>
        <p:spPr>
          <a:xfrm>
            <a:off x="4200639" y="3644300"/>
            <a:ext cx="12416918" cy="518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Student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Name : Asad Abdur </a:t>
            </a:r>
            <a:r>
              <a:rPr lang="en-US" sz="3200" b="1" dirty="0">
                <a:cs typeface="Aharoni" pitchFamily="2" charset="-79"/>
              </a:rPr>
              <a:t>R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ahman, Dhruv, Siddharth Pandey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Project Group: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G18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Roll Number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: 2201331720021, 2201331720028, 2201331720061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Programme :  </a:t>
            </a:r>
            <a:r>
              <a:rPr lang="en-US" sz="3200" b="1" dirty="0" err="1">
                <a:solidFill>
                  <a:schemeClr val="tx1"/>
                </a:solidFill>
                <a:latin typeface="+mn-lt"/>
                <a:cs typeface="Aharoni" pitchFamily="2" charset="-79"/>
              </a:rPr>
              <a:t>B.tech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CSE Cybersecurity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School Name : School of Computer Science and </a:t>
            </a:r>
            <a:r>
              <a:rPr lang="en-US" sz="3200" b="1" dirty="0">
                <a:cs typeface="Aharoni" pitchFamily="2" charset="-79"/>
              </a:rPr>
              <a:t>E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merging Technology.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Study Mode : Full-time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Supervisor : Dr. Ahmad </a:t>
            </a:r>
            <a:r>
              <a:rPr lang="en-US" sz="3200" b="1" dirty="0" err="1">
                <a:solidFill>
                  <a:schemeClr val="tx1"/>
                </a:solidFill>
                <a:latin typeface="+mn-lt"/>
                <a:cs typeface="Aharoni" pitchFamily="2" charset="-79"/>
              </a:rPr>
              <a:t>Neyaz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Khan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800</Words>
  <Application>Microsoft Office PowerPoint</Application>
  <PresentationFormat>Custom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Alatsi</vt:lpstr>
      <vt:lpstr>Arial</vt:lpstr>
      <vt:lpstr>Aharoni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synosis</dc:title>
  <dc:creator>avita</dc:creator>
  <cp:lastModifiedBy>ASAD ABDUR RAHMAN</cp:lastModifiedBy>
  <cp:revision>14</cp:revision>
  <dcterms:created xsi:type="dcterms:W3CDTF">2006-08-16T00:00:00Z</dcterms:created>
  <dcterms:modified xsi:type="dcterms:W3CDTF">2026-02-14T07:13:12Z</dcterms:modified>
  <dc:identifier>DAGTVFROlGs</dc:identifier>
</cp:coreProperties>
</file>