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73" r:id="rId2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8"/>
  </p:sldIdLst>
  <p:sldSz cx="18288000" cy="10287000"/>
  <p:notesSz cx="6858000" cy="9144000"/>
  <p:embeddedFontLst>
    <p:embeddedFont>
      <p:font typeface="Aharoni" panose="02010803020104030203" pitchFamily="2" charset="-79"/>
      <p:bold r:id="rId17"/>
    </p:embeddedFont>
    <p:embeddedFont>
      <p:font typeface="Alatsi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8" Type="http://schemas.openxmlformats.org/officeDocument/2006/relationships/slide" Target="slides/slide10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5621694" y="225175"/>
            <a:ext cx="5436945" cy="1092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76"/>
              </a:lnSpc>
            </a:pPr>
            <a:r>
              <a:rPr lang="en-US" sz="3126" dirty="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Noida Institute of Engineering and Technology | 2026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-31071" y="0"/>
            <a:ext cx="4239083" cy="10287000"/>
            <a:chOff x="0" y="0"/>
            <a:chExt cx="5652111" cy="13716000"/>
          </a:xfrm>
        </p:grpSpPr>
        <p:grpSp>
          <p:nvGrpSpPr>
            <p:cNvPr id="6" name="Group 6"/>
            <p:cNvGrpSpPr/>
            <p:nvPr/>
          </p:nvGrpSpPr>
          <p:grpSpPr>
            <a:xfrm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58233" cy="2709333"/>
              </a:xfrm>
              <a:custGeom>
                <a:avLst/>
                <a:gdLst/>
                <a:ahLst/>
                <a:cxnLst/>
                <a:rect l="l" t="t" r="r" b="b"/>
                <a:pathLst>
                  <a:path w="558233" h="27093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12412831" y="8026211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1413653" y="-573693"/>
            <a:ext cx="7315200" cy="2477783"/>
          </a:xfrm>
          <a:custGeom>
            <a:avLst/>
            <a:gdLst/>
            <a:ahLst/>
            <a:cxnLst/>
            <a:rect l="l" t="t" r="r" b="b"/>
            <a:pathLst>
              <a:path w="7315200" h="2477783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2DE839-EB17-D5AC-8111-E971961BD7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595" y="193710"/>
            <a:ext cx="2209800" cy="942975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97DC0CE-5A23-0AA2-58CD-7B01D5051FFF}"/>
              </a:ext>
            </a:extLst>
          </p:cNvPr>
          <p:cNvCxnSpPr/>
          <p:nvPr/>
        </p:nvCxnSpPr>
        <p:spPr>
          <a:xfrm>
            <a:off x="4200639" y="1442505"/>
            <a:ext cx="13716000" cy="238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E9920565-AE13-B781-1BB9-009FDC806E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8628" y="1675919"/>
            <a:ext cx="11670507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MY" altLang="en-US" sz="6000" b="1" dirty="0" err="1">
                <a:latin typeface="Arial" panose="020B0604020202020204" pitchFamily="34" charset="0"/>
              </a:rPr>
              <a:t>Scoutant</a:t>
            </a:r>
            <a:r>
              <a:rPr lang="en-MY" altLang="en-US" sz="6000" b="1" dirty="0">
                <a:latin typeface="Arial" panose="020B0604020202020204" pitchFamily="34" charset="0"/>
              </a:rPr>
              <a:t> – Ultimate Analysis and Team builder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F34F07-3970-3695-4E8D-7A3C7F37D001}"/>
              </a:ext>
            </a:extLst>
          </p:cNvPr>
          <p:cNvSpPr txBox="1"/>
          <p:nvPr/>
        </p:nvSpPr>
        <p:spPr>
          <a:xfrm>
            <a:off x="4200639" y="3644300"/>
            <a:ext cx="12416918" cy="5186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sz="3200" b="1" dirty="0">
                <a:cs typeface="Aharoni" pitchFamily="2" charset="-79"/>
              </a:rPr>
              <a:t>Student</a:t>
            </a: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 Name : Asad Abdur </a:t>
            </a:r>
            <a:r>
              <a:rPr lang="en-US" sz="3200" b="1" dirty="0">
                <a:cs typeface="Aharoni" pitchFamily="2" charset="-79"/>
              </a:rPr>
              <a:t>R</a:t>
            </a: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ahman, Dhruv, Siddharth Pandey</a:t>
            </a:r>
          </a:p>
          <a:p>
            <a:pPr>
              <a:lnSpc>
                <a:spcPct val="150000"/>
              </a:lnSpc>
              <a:defRPr/>
            </a:pPr>
            <a:r>
              <a:rPr lang="en-US" sz="3200" b="1" dirty="0">
                <a:cs typeface="Aharoni" pitchFamily="2" charset="-79"/>
              </a:rPr>
              <a:t>Project Group:</a:t>
            </a: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 G18</a:t>
            </a:r>
          </a:p>
          <a:p>
            <a:pPr>
              <a:lnSpc>
                <a:spcPct val="150000"/>
              </a:lnSpc>
              <a:defRPr/>
            </a:pPr>
            <a:r>
              <a:rPr lang="en-US" sz="3200" b="1" dirty="0">
                <a:cs typeface="Aharoni" pitchFamily="2" charset="-79"/>
              </a:rPr>
              <a:t>Roll Number</a:t>
            </a: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 : 2201331720021, 2201331720028, 2201331720061</a:t>
            </a:r>
          </a:p>
          <a:p>
            <a:pPr>
              <a:lnSpc>
                <a:spcPct val="150000"/>
              </a:lnSpc>
              <a:defRPr/>
            </a:pP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Programme :  </a:t>
            </a:r>
            <a:r>
              <a:rPr lang="en-US" sz="3200" b="1" dirty="0" err="1">
                <a:solidFill>
                  <a:schemeClr val="tx1"/>
                </a:solidFill>
                <a:latin typeface="+mn-lt"/>
                <a:cs typeface="Aharoni" pitchFamily="2" charset="-79"/>
              </a:rPr>
              <a:t>B.tech</a:t>
            </a: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 CSE Cybersecurity</a:t>
            </a:r>
          </a:p>
          <a:p>
            <a:pPr>
              <a:lnSpc>
                <a:spcPct val="150000"/>
              </a:lnSpc>
              <a:defRPr/>
            </a:pP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School Name : School of Computer Science and </a:t>
            </a:r>
            <a:r>
              <a:rPr lang="en-US" sz="3200" b="1" dirty="0">
                <a:cs typeface="Aharoni" pitchFamily="2" charset="-79"/>
              </a:rPr>
              <a:t>E</a:t>
            </a: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merging Technology.</a:t>
            </a:r>
          </a:p>
          <a:p>
            <a:pPr>
              <a:lnSpc>
                <a:spcPct val="150000"/>
              </a:lnSpc>
              <a:defRPr/>
            </a:pP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Study Mode : Full-time</a:t>
            </a:r>
          </a:p>
          <a:p>
            <a:pPr>
              <a:lnSpc>
                <a:spcPct val="150000"/>
              </a:lnSpc>
              <a:defRPr/>
            </a:pP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Supervisor : Dr. Ahmad </a:t>
            </a:r>
            <a:r>
              <a:rPr lang="en-US" sz="3200" b="1" dirty="0" err="1">
                <a:solidFill>
                  <a:schemeClr val="tx1"/>
                </a:solidFill>
                <a:latin typeface="+mn-lt"/>
                <a:cs typeface="Aharoni" pitchFamily="2" charset="-79"/>
              </a:rPr>
              <a:t>Neyaz</a:t>
            </a:r>
            <a:r>
              <a:rPr lang="en-US" sz="3200" b="1" dirty="0">
                <a:solidFill>
                  <a:schemeClr val="tx1"/>
                </a:solidFill>
                <a:latin typeface="+mn-lt"/>
                <a:cs typeface="Aharoni" pitchFamily="2" charset="-79"/>
              </a:rPr>
              <a:t> Khan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ScoutAnt is an advanced data-driven system for competitive Valorant analysis.</a:t>
            </a:r>
          </a:p>
          <a:p>
            <a:pPr/>
            <a:r>
              <a:t>Automates the collection of comprehensive match data from publicly available sources (VLR.gg).</a:t>
            </a:r>
          </a:p>
          <a:p>
            <a:pPr/>
            <a:r>
              <a:t>Aimed at providing insights into meta team compositions, player performance, and match strategy.</a:t>
            </a:r>
          </a:p>
          <a:p>
            <a:pPr/>
            <a:r>
              <a:t>Revolutionizes match preparation by removing the need for time-intensive manual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Literature Survey / 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VLR.gg: Primary source of statistics, but no public API and consumption-only.</a:t>
            </a:r>
          </a:p>
          <a:p>
            <a:pPr/>
            <a:r>
              <a:t>Tracker.gg: Focuses heavily on ranked matchmaking, not professional esports.</a:t>
            </a:r>
          </a:p>
          <a:p>
            <a:pPr/>
            <a:r>
              <a:t>Rib.gg: Paid service with pre-defined analytical dashboards.</a:t>
            </a:r>
          </a:p>
          <a:p>
            <a:pPr/>
            <a:r>
              <a:t>Manual Spreadsheets: Traditional method requiring high effort and time.</a:t>
            </a:r>
          </a:p>
          <a:p>
            <a:pPr/>
            <a:r>
              <a:t>ScoutAnt aims to bridge these gaps by offering customizable, automated high-level data pipelines.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Requirements and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Functional Requirements:</a:t>
            </a:r>
          </a:p>
          <a:p>
            <a:pPr/>
            <a:r>
              <a:t>  • Event Discovery &amp; Match Extraction (VLR.gg integration)</a:t>
            </a:r>
          </a:p>
          <a:p>
            <a:pPr/>
            <a:r>
              <a:t>  • Data Persistence (JSON storage system)</a:t>
            </a:r>
          </a:p>
          <a:p>
            <a:pPr/>
            <a:r>
              <a:t>  • Meta Composition Analysis &amp; Player Prediction</a:t>
            </a:r>
          </a:p>
          <a:p>
            <a:pPr/>
            <a:r>
              <a:t>Non-Functional Requirements:</a:t>
            </a:r>
          </a:p>
          <a:p>
            <a:pPr/>
            <a:r>
              <a:t>  • Performance: Rate-limiting to ensure respectful web scraping</a:t>
            </a:r>
          </a:p>
          <a:p>
            <a:pPr/>
            <a:r>
              <a:t>  • Scalability: Handle thousands of matches efficiently</a:t>
            </a:r>
          </a:p>
          <a:p>
            <a:pPr/>
            <a:r>
              <a:t>  • Reliability: Graceful exception handling for incomplete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Proposed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Reconnaissance (Analyzing DOM structure of VLR.gg)</a:t>
            </a:r>
          </a:p>
          <a:p>
            <a:pPr/>
            <a:r>
              <a:t>Phase 2: Design Data Architecture (Hierarchical JSON: Event -&gt; Match -&gt; Map -&gt; Player)</a:t>
            </a:r>
          </a:p>
          <a:p>
            <a:pPr/>
            <a:r>
              <a:t>Phase 3: Web Scraper Implementation (Python, BeautifulSoup4, Requests)</a:t>
            </a:r>
          </a:p>
          <a:p>
            <a:pPr/>
            <a:r>
              <a:t>Phase 4: Data Processing &amp; Analysis Module (Aggregating ACS, KD, KAST, Win Rates)</a:t>
            </a:r>
          </a:p>
          <a:p>
            <a:pPr/>
            <a:r>
              <a:t>Phase 5: Result Generation (Identifying Meta Comps &amp; Performance forecasting)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Hardware / Software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Hardware Requirements:</a:t>
            </a:r>
          </a:p>
          <a:p>
            <a:pPr/>
            <a:r>
              <a:t>  • Processor: Multi-core CPU (Intel i3/Ryzen 3) or higher</a:t>
            </a:r>
          </a:p>
          <a:p>
            <a:pPr/>
            <a:r>
              <a:t>  • RAM: Minimum 4 GB, Recommended 8 GB</a:t>
            </a:r>
          </a:p>
          <a:p>
            <a:pPr/>
            <a:r>
              <a:t>  • Storage: At least 250 MB free space for JSON storage</a:t>
            </a:r>
          </a:p>
          <a:p>
            <a:pPr/>
            <a:r>
              <a:t>  • Network: Stable Internet connection for scraping</a:t>
            </a:r>
          </a:p>
          <a:p>
            <a:pPr/>
            <a:r>
              <a:t>Software Requirements:</a:t>
            </a:r>
          </a:p>
          <a:p>
            <a:pPr/>
            <a:r>
              <a:t>  • OS: Windows, macOS, or Linux</a:t>
            </a:r>
          </a:p>
          <a:p>
            <a:pPr/>
            <a:r>
              <a:t>  • Language: Python 3.8+</a:t>
            </a:r>
          </a:p>
          <a:p>
            <a:pPr/>
            <a:r>
              <a:t>  • Libraries: BeautifulSoup4, Requests, python-pptx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data collection significantly reduces prep time from hours to minutes.</a:t>
            </a:r>
          </a:p>
          <a:p>
            <a:pPr/>
            <a:r>
              <a:t>Robust extraction with &gt;99% success rate across standard match pages.</a:t>
            </a:r>
          </a:p>
          <a:p>
            <a:pPr/>
            <a:r>
              <a:t>Data successfully structured in 'match_stats_db.json' allowing complex queries.</a:t>
            </a:r>
          </a:p>
          <a:p>
            <a:pPr/>
            <a:r>
              <a:t>Achieved 100% accuracy in extracted player stats validated manually against VLR.gg.</a:t>
            </a:r>
          </a:p>
          <a:p>
            <a:pPr/>
            <a:r>
              <a:t>Meta composition and agent pick predictions show strong correlation with actual tournament outcomes.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Conclusion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Conclusion:</a:t>
            </a:r>
          </a:p>
          <a:p>
            <a:pPr/>
            <a:r>
              <a:t>  • Democratizes access to high-level esports data through automation.</a:t>
            </a:r>
          </a:p>
          <a:p>
            <a:pPr/>
            <a:r>
              <a:t>  • Establishes a scalable foundation for Valorant analytics.</a:t>
            </a:r>
          </a:p>
          <a:p>
            <a:pPr/>
            <a:r>
              <a:t>Future Work:</a:t>
            </a:r>
          </a:p>
          <a:p>
            <a:pPr/>
            <a:r>
              <a:t>  • Machine Learning integration for win probability prediction.</a:t>
            </a:r>
          </a:p>
          <a:p>
            <a:pPr/>
            <a:r>
              <a:t>  • Development of a graphical web dashboard or desktop GUI.</a:t>
            </a:r>
          </a:p>
          <a:p>
            <a:pPr/>
            <a:r>
              <a:t>  • Transition from JSON file storage to a robust relational database like PostgreSQL.</a:t>
            </a:r>
          </a:p>
          <a:p>
            <a:pPr/>
            <a:r>
              <a:t>  • Real-time match tracking capabilities.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Software Foundation. (2026). Python Language Reference (Version 3.12). Available at http://www.python.org</a:t>
            </a:r>
          </a:p>
          <a:p>
            <a:pPr/>
            <a:r>
              <a:t>Richardson, L. (2026). Beautiful Soup Documentation. Retrieved from https://www.crummy.com/software/BeautifulSoup/bs4/doc/</a:t>
            </a:r>
          </a:p>
          <a:p>
            <a:pPr/>
            <a:r>
              <a:t>VLR.gg. (2026). Valorant Competitive Match Statistics. Retrieved from https://www.vlr.gg/</a:t>
            </a:r>
          </a:p>
          <a:p>
            <a:pPr/>
            <a:r>
              <a:t>Reitz, K. (2026). Requests: HTTP for Humans. Retrieved from https://requests.readthedocs.io/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Live Demonstration &amp; 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cmd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315200" cy="1828800"/>
          </a:xfrm>
          <a:prstGeom prst="rect">
            <a:avLst/>
          </a:prstGeom>
        </p:spPr>
      </p:pic>
      <p:pic>
        <p:nvPicPr>
          <p:cNvPr id="5" name="Picture 4" descr="json_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4114800"/>
            <a:ext cx="4572000" cy="39413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800</Words>
  <Application>Microsoft Office PowerPoint</Application>
  <PresentationFormat>Custom</PresentationFormat>
  <Paragraphs>117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Calibri</vt:lpstr>
      <vt:lpstr>Alatsi</vt:lpstr>
      <vt:lpstr>Arial</vt:lpstr>
      <vt:lpstr>Aharoni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synosis</dc:title>
  <dc:creator>avita</dc:creator>
  <cp:lastModifiedBy>ASAD ABDUR RAHMAN</cp:lastModifiedBy>
  <cp:revision>14</cp:revision>
  <dcterms:created xsi:type="dcterms:W3CDTF">2006-08-16T00:00:00Z</dcterms:created>
  <dcterms:modified xsi:type="dcterms:W3CDTF">2026-02-14T07:13:12Z</dcterms:modified>
  <dc:identifier>DAGTVFROlGs</dc:identifier>
</cp:coreProperties>
</file>