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3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</p:sldIdLst>
  <p:sldSz cx="18288000" cy="10287000"/>
  <p:notesSz cx="6858000" cy="9144000"/>
  <p:embeddedFontLst>
    <p:embeddedFont>
      <p:font typeface="Aharoni" panose="02010803020104030203" pitchFamily="2" charset="-79"/>
      <p:bold r:id="rId17"/>
    </p:embeddedFont>
    <p:embeddedFont>
      <p:font typeface="Alatsi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2DE839-EB17-D5AC-8111-E971961BD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7DC0CE-5A23-0AA2-58CD-7B01D5051FFF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9920565-AE13-B781-1BB9-009FDC806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628" y="1675919"/>
            <a:ext cx="11670507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MY" altLang="en-US" sz="6000" b="1" dirty="0" err="1">
                <a:latin typeface="Arial" panose="020B0604020202020204" pitchFamily="34" charset="0"/>
              </a:rPr>
              <a:t>Scoutant</a:t>
            </a:r>
            <a:r>
              <a:rPr lang="en-MY" altLang="en-US" sz="6000" b="1" dirty="0">
                <a:latin typeface="Arial" panose="020B0604020202020204" pitchFamily="34" charset="0"/>
              </a:rPr>
              <a:t> – Ultimate Analysis and Team builder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F34F07-3970-3695-4E8D-7A3C7F37D001}"/>
              </a:ext>
            </a:extLst>
          </p:cNvPr>
          <p:cNvSpPr txBox="1"/>
          <p:nvPr/>
        </p:nvSpPr>
        <p:spPr>
          <a:xfrm>
            <a:off x="4200639" y="3644300"/>
            <a:ext cx="12416918" cy="518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Student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Name : Asad Abdur </a:t>
            </a:r>
            <a:r>
              <a:rPr lang="en-US" sz="3200" b="1" dirty="0">
                <a:cs typeface="Aharoni" pitchFamily="2" charset="-79"/>
              </a:rPr>
              <a:t>R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ahman, Dhruv, Siddharth Pandey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Project Group: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G18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Roll Number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: 2201331720021, 2201331720028, 2201331720061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Programme :  </a:t>
            </a:r>
            <a:r>
              <a:rPr lang="en-US" sz="3200" b="1" dirty="0" err="1">
                <a:solidFill>
                  <a:schemeClr val="tx1"/>
                </a:solidFill>
                <a:latin typeface="+mn-lt"/>
                <a:cs typeface="Aharoni" pitchFamily="2" charset="-79"/>
              </a:rPr>
              <a:t>B.tech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CSE Cybersecurity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School Name : School of Computer Science and </a:t>
            </a:r>
            <a:r>
              <a:rPr lang="en-US" sz="3200" b="1" dirty="0">
                <a:cs typeface="Aharoni" pitchFamily="2" charset="-79"/>
              </a:rPr>
              <a:t>E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merging Technology.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Study Mode : Full-time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Supervisor : Dr. Ahmad </a:t>
            </a:r>
            <a:r>
              <a:rPr lang="en-US" sz="3200" b="1" dirty="0" err="1">
                <a:solidFill>
                  <a:schemeClr val="tx1"/>
                </a:solidFill>
                <a:latin typeface="+mn-lt"/>
                <a:cs typeface="Aharoni" pitchFamily="2" charset="-79"/>
              </a:rPr>
              <a:t>Neyaz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 dirty="0"/>
              <a:t>Index</a:t>
            </a:r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63027" y="1679302"/>
            <a:ext cx="9601200" cy="58877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pPr>
              <a:spcAft>
                <a:spcPts val="1200"/>
              </a:spcAft>
            </a:pPr>
            <a:r>
              <a:rPr sz="2400" dirty="0"/>
              <a:t>1. Objective of the Project</a:t>
            </a:r>
          </a:p>
          <a:p>
            <a:pPr>
              <a:spcAft>
                <a:spcPts val="1200"/>
              </a:spcAft>
            </a:pPr>
            <a:r>
              <a:rPr sz="2400" dirty="0"/>
              <a:t>2. Problem Statement</a:t>
            </a:r>
          </a:p>
          <a:p>
            <a:pPr>
              <a:spcAft>
                <a:spcPts val="1200"/>
              </a:spcAft>
            </a:pPr>
            <a:r>
              <a:rPr sz="2400" dirty="0"/>
              <a:t>3. Abstract</a:t>
            </a:r>
          </a:p>
          <a:p>
            <a:pPr>
              <a:spcAft>
                <a:spcPts val="1200"/>
              </a:spcAft>
            </a:pPr>
            <a:r>
              <a:rPr sz="2400" dirty="0"/>
              <a:t>4. Literature Survey / Existing Systems</a:t>
            </a:r>
          </a:p>
          <a:p>
            <a:pPr>
              <a:spcAft>
                <a:spcPts val="1200"/>
              </a:spcAft>
            </a:pPr>
            <a:r>
              <a:rPr sz="2400" dirty="0"/>
              <a:t>5. Proposed Methodology</a:t>
            </a:r>
          </a:p>
          <a:p>
            <a:pPr>
              <a:spcAft>
                <a:spcPts val="1200"/>
              </a:spcAft>
            </a:pPr>
            <a:r>
              <a:rPr sz="2400" dirty="0"/>
              <a:t>6. Requirements and Analysis</a:t>
            </a:r>
          </a:p>
          <a:p>
            <a:pPr>
              <a:spcAft>
                <a:spcPts val="1200"/>
              </a:spcAft>
            </a:pPr>
            <a:r>
              <a:rPr sz="2400" dirty="0"/>
              <a:t>7. Description of Modules</a:t>
            </a:r>
          </a:p>
          <a:p>
            <a:pPr>
              <a:spcAft>
                <a:spcPts val="1200"/>
              </a:spcAft>
            </a:pPr>
            <a:r>
              <a:rPr sz="2400" dirty="0"/>
              <a:t>8. Result</a:t>
            </a:r>
          </a:p>
          <a:p>
            <a:pPr>
              <a:spcAft>
                <a:spcPts val="1200"/>
              </a:spcAft>
            </a:pPr>
            <a:r>
              <a:rPr sz="2400" dirty="0"/>
              <a:t>9. Conclusion</a:t>
            </a:r>
          </a:p>
          <a:p>
            <a:pPr>
              <a:spcAft>
                <a:spcPts val="1200"/>
              </a:spcAft>
            </a:pPr>
            <a:r>
              <a:rPr sz="2400" dirty="0"/>
              <a:t>10. Future Work</a:t>
            </a:r>
          </a:p>
          <a:p>
            <a:pPr>
              <a:spcAft>
                <a:spcPts val="1200"/>
              </a:spcAft>
            </a:pPr>
            <a:r>
              <a:rPr sz="2400" dirty="0"/>
              <a:t>11.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 dirty="0"/>
              <a:t>1. Objective of the Project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Primary: Develop an intelligent, automated system for competitive Valorant match data.</a:t>
            </a:r>
          </a:p>
          <a:p>
            <a:pPr>
              <a:spcAft>
                <a:spcPts val="1200"/>
              </a:spcAft>
            </a:pPr>
            <a:r>
              <a:t>Automated Data Collection: Web crawler for VLR.gg.</a:t>
            </a:r>
          </a:p>
          <a:p>
            <a:pPr>
              <a:spcAft>
                <a:spcPts val="1200"/>
              </a:spcAft>
            </a:pPr>
            <a:r>
              <a:t>Performance Analysis: Compute ACS, K/D, Win Rates.</a:t>
            </a:r>
          </a:p>
          <a:p>
            <a:pPr>
              <a:spcAft>
                <a:spcPts val="1200"/>
              </a:spcAft>
            </a:pPr>
            <a:r>
              <a:t>Team Comp Optimization: Identify synergy patterns.</a:t>
            </a:r>
          </a:p>
          <a:p>
            <a:pPr>
              <a:spcAft>
                <a:spcPts val="1200"/>
              </a:spcAft>
            </a:pPr>
            <a:r>
              <a:t>Strategic Insight: Data-driven comparison for coaches and players.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2. Problem Statement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Manual Data Entry: Time-consuming and error-prone.</a:t>
            </a:r>
          </a:p>
          <a:p>
            <a:pPr>
              <a:spcAft>
                <a:spcPts val="1200"/>
              </a:spcAft>
            </a:pPr>
            <a:r>
              <a:t>Lack of Centralized Analytics: VLR.gg is raw data only.</a:t>
            </a:r>
          </a:p>
          <a:p>
            <a:pPr>
              <a:spcAft>
                <a:spcPts val="1200"/>
              </a:spcAft>
            </a:pPr>
            <a:r>
              <a:t>Siloed Information: Hard to query complex scenarios.</a:t>
            </a:r>
          </a:p>
          <a:p>
            <a:pPr>
              <a:spcAft>
                <a:spcPts val="1200"/>
              </a:spcAft>
            </a:pPr>
            <a:r>
              <a:t>Inefficient Scouting: Requires hours of video review.</a:t>
            </a:r>
          </a:p>
          <a:p>
            <a:pPr>
              <a:spcAft>
                <a:spcPts val="1200"/>
              </a:spcAft>
            </a:pPr>
            <a:r>
              <a:t>ScoutAnt Solution: Automates extraction and aggregation.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3. Abstract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ScoutAnt is a Python-based analytical tool for Valorant esports.</a:t>
            </a:r>
          </a:p>
          <a:p>
            <a:pPr>
              <a:spcAft>
                <a:spcPts val="1200"/>
              </a:spcAft>
            </a:pPr>
            <a:r>
              <a:t>Mines data from VLR.gg (maps, scores, players, agents).</a:t>
            </a:r>
          </a:p>
          <a:p>
            <a:pPr>
              <a:spcAft>
                <a:spcPts val="1200"/>
              </a:spcAft>
            </a:pPr>
            <a:r>
              <a:t>Stores data in structured JSON for longitudinal analysis.</a:t>
            </a:r>
          </a:p>
          <a:p>
            <a:pPr>
              <a:spcAft>
                <a:spcPts val="1200"/>
              </a:spcAft>
            </a:pPr>
            <a:r>
              <a:t>Evolved from legacy scripts to a robust, modular crawler.</a:t>
            </a:r>
          </a:p>
          <a:p>
            <a:pPr>
              <a:spcAft>
                <a:spcPts val="1200"/>
              </a:spcAft>
            </a:pPr>
            <a:r>
              <a:t>Empowers teams to focus on strategy rather than data entry.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 dirty="0"/>
              <a:t>4. </a:t>
            </a:r>
            <a:r>
              <a:rPr sz="4000" dirty="0"/>
              <a:t>Existing</a:t>
            </a:r>
            <a:r>
              <a:rPr sz="3600" dirty="0"/>
              <a:t> Systems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VLR.gg: Primary source, no API, consumption-only.</a:t>
            </a:r>
          </a:p>
          <a:p>
            <a:pPr>
              <a:spcAft>
                <a:spcPts val="1200"/>
              </a:spcAft>
            </a:pPr>
            <a:r>
              <a:t>Tracker.gg: Focuses on ranked play, not pro tournaments.</a:t>
            </a:r>
          </a:p>
          <a:p>
            <a:pPr>
              <a:spcAft>
                <a:spcPts val="1200"/>
              </a:spcAft>
            </a:pPr>
            <a:r>
              <a:t>Rib.gg: Paid, pre-defined dashboards.</a:t>
            </a:r>
          </a:p>
          <a:p>
            <a:pPr>
              <a:spcAft>
                <a:spcPts val="1200"/>
              </a:spcAft>
            </a:pPr>
            <a:r>
              <a:t>Manual Spreadsheets: High effort, hard to maintain.</a:t>
            </a:r>
          </a:p>
          <a:p>
            <a:pPr>
              <a:spcAft>
                <a:spcPts val="1200"/>
              </a:spcAft>
            </a:pPr>
            <a:r>
              <a:t>ScoutAnt: Custom query flexibility + Professional data depth.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5. Proposed Methodology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Step 1: Reconnaissance - Analyzed VLR.gg URL structure.</a:t>
            </a:r>
          </a:p>
          <a:p>
            <a:pPr>
              <a:spcAft>
                <a:spcPts val="1200"/>
              </a:spcAft>
            </a:pPr>
            <a:r>
              <a:t>Step 2: DOM Analysis - Identified HTML tables and classes.</a:t>
            </a:r>
          </a:p>
          <a:p>
            <a:pPr>
              <a:spcAft>
                <a:spcPts val="1200"/>
              </a:spcAft>
            </a:pPr>
            <a:r>
              <a:t>Step 3: Crawler Architecture - 3-layer loop (Events -&gt; Matches -&gt; Stats).</a:t>
            </a:r>
          </a:p>
          <a:p>
            <a:pPr>
              <a:spcAft>
                <a:spcPts val="1200"/>
              </a:spcAft>
            </a:pPr>
            <a:r>
              <a:t>Step 4: Data Storage - JSON document store.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6.1 Functional Requirements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Event Navigation: Iterate through history pages.</a:t>
            </a:r>
          </a:p>
          <a:p>
            <a:pPr>
              <a:spcAft>
                <a:spcPts val="1200"/>
              </a:spcAft>
            </a:pPr>
            <a:r>
              <a:t>Match Extraction: Identify valid match links.</a:t>
            </a:r>
          </a:p>
          <a:p>
            <a:pPr>
              <a:spcAft>
                <a:spcPts val="1200"/>
              </a:spcAft>
            </a:pPr>
            <a:r>
              <a:t>Data Scraping: Extract Map, Teams, Players, Stats.</a:t>
            </a:r>
          </a:p>
          <a:p>
            <a:pPr>
              <a:spcAft>
                <a:spcPts val="1200"/>
              </a:spcAft>
            </a:pPr>
            <a:r>
              <a:t>Data Persistence: Save to match_stats_db.json.</a:t>
            </a:r>
          </a:p>
          <a:p>
            <a:pPr>
              <a:spcAft>
                <a:spcPts val="1200"/>
              </a:spcAft>
            </a:pPr>
            <a:r>
              <a:t>Checkpointing &amp; Duplicate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586568" y="581677"/>
            <a:ext cx="6450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 dirty="0"/>
              <a:t>6.2 Non-Functional Requirements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Performance: Efficient requests with rate-limiting delays.</a:t>
            </a:r>
          </a:p>
          <a:p>
            <a:pPr>
              <a:spcAft>
                <a:spcPts val="1200"/>
              </a:spcAft>
            </a:pPr>
            <a:r>
              <a:t>Robustness: Handle 404s and Timeouts gracefully.</a:t>
            </a:r>
          </a:p>
          <a:p>
            <a:pPr>
              <a:spcAft>
                <a:spcPts val="1200"/>
              </a:spcAft>
            </a:pPr>
            <a:r>
              <a:t>Scalability for new stats.</a:t>
            </a:r>
          </a:p>
          <a:p>
            <a:pPr>
              <a:spcAft>
                <a:spcPts val="1200"/>
              </a:spcAft>
            </a:pPr>
            <a:r>
              <a:t>Data Integrity.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 dirty="0"/>
              <a:t>7. Description of Modules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Event Scraper (Production):</a:t>
            </a:r>
          </a:p>
          <a:p>
            <a:pPr>
              <a:spcAft>
                <a:spcPts val="1200"/>
              </a:spcAft>
            </a:pPr>
            <a:r>
              <a:t> - Stats_from_events_page.py: Main orchestrator.</a:t>
            </a:r>
          </a:p>
          <a:p>
            <a:pPr>
              <a:spcAft>
                <a:spcPts val="1200"/>
              </a:spcAft>
            </a:pPr>
            <a:r>
              <a:t> - Key Functions: get_completed_events, scrape_match_detailed.</a:t>
            </a:r>
          </a:p>
          <a:p>
            <a:pPr>
              <a:spcAft>
                <a:spcPts val="1200"/>
              </a:spcAft>
            </a:pPr>
            <a:r>
              <a:t>Legacy Tools (Research):</a:t>
            </a:r>
          </a:p>
          <a:p>
            <a:pPr>
              <a:spcAft>
                <a:spcPts val="1200"/>
              </a:spcAft>
            </a:pPr>
            <a:r>
              <a:t> - scraper.py: Prototype for outcomes.</a:t>
            </a:r>
          </a:p>
          <a:p>
            <a:pPr>
              <a:spcAft>
                <a:spcPts val="1200"/>
              </a:spcAft>
            </a:pPr>
            <a:r>
              <a:t> - event_explorer.py: Navigational probe.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8. Result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Output: match_stats_db.json (Source of Truth).</a:t>
            </a:r>
          </a:p>
          <a:p>
            <a:pPr>
              <a:spcAft>
                <a:spcPts val="1200"/>
              </a:spcAft>
            </a:pPr>
            <a:r>
              <a:t>Structure: Nested JSON (Match -&gt; Map -&gt; Players).</a:t>
            </a:r>
          </a:p>
          <a:p>
            <a:pPr>
              <a:spcAft>
                <a:spcPts val="1200"/>
              </a:spcAft>
            </a:pPr>
            <a:r>
              <a:t>Success Rate: &gt;99% of standard pages.</a:t>
            </a:r>
          </a:p>
          <a:p>
            <a:pPr>
              <a:spcAft>
                <a:spcPts val="1200"/>
              </a:spcAft>
            </a:pPr>
            <a:r>
              <a:t>Speed: ~60 matches/minute.</a:t>
            </a:r>
          </a:p>
          <a:p>
            <a:pPr>
              <a:spcAft>
                <a:spcPts val="1200"/>
              </a:spcAft>
            </a:pPr>
            <a:r>
              <a:t>Accuracy: Verified 100% against VLR.gg.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9. Conclusion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Demonstrated power of automation in esports.</a:t>
            </a:r>
          </a:p>
          <a:p>
            <a:pPr>
              <a:spcAft>
                <a:spcPts val="1200"/>
              </a:spcAft>
            </a:pPr>
            <a:r>
              <a:t>Scalable foundation (Python + BeautifulSoup).</a:t>
            </a:r>
          </a:p>
          <a:p>
            <a:pPr>
              <a:spcAft>
                <a:spcPts val="1200"/>
              </a:spcAft>
            </a:pPr>
            <a:r>
              <a:t>Robust logical framework (Event-&gt;Match-&gt;Map).</a:t>
            </a:r>
          </a:p>
          <a:p>
            <a:pPr>
              <a:spcAft>
                <a:spcPts val="1200"/>
              </a:spcAft>
            </a:pPr>
            <a:r>
              <a:t>Democratized access to high-level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10. Future Work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Machine Learning: Win probability prediction.</a:t>
            </a:r>
          </a:p>
          <a:p>
            <a:pPr>
              <a:spcAft>
                <a:spcPts val="1200"/>
              </a:spcAft>
            </a:pPr>
            <a:r>
              <a:t>GUI: Desktop app or Web Dashboard.</a:t>
            </a:r>
          </a:p>
          <a:p>
            <a:pPr>
              <a:spcAft>
                <a:spcPts val="1200"/>
              </a:spcAft>
            </a:pPr>
            <a:r>
              <a:t>Real-Time: Live tracking via OCR.</a:t>
            </a:r>
          </a:p>
          <a:p>
            <a:pPr>
              <a:spcAft>
                <a:spcPts val="1200"/>
              </a:spcAft>
            </a:pPr>
            <a:r>
              <a:t>Draft Simulator: Team composition recommender.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11. References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Python 3.12 Documentation</a:t>
            </a:r>
          </a:p>
          <a:p>
            <a:pPr>
              <a:spcAft>
                <a:spcPts val="1200"/>
              </a:spcAft>
            </a:pPr>
            <a:r>
              <a:t>Beautiful Soup Documentation</a:t>
            </a:r>
          </a:p>
          <a:p>
            <a:pPr>
              <a:spcAft>
                <a:spcPts val="1200"/>
              </a:spcAft>
            </a:pPr>
            <a:r>
              <a:t>VLR.gg (Data Source)</a:t>
            </a:r>
          </a:p>
          <a:p>
            <a:pPr>
              <a:spcAft>
                <a:spcPts val="1200"/>
              </a:spcAft>
            </a:pPr>
            <a:r>
              <a:t>RFC 7231 (HTTP Semantics)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DC5CE213-426A-82DF-D311-88A7DBF20316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0CD9478-3A22-480C-A6BF-23DC112CEA13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C721935-FA0D-DA82-90EE-A6CD9F29B45E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3A28BD87-00A2-2E11-2F95-A879D6A658A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FFCC9BA3-DEB1-3F1A-621A-F194E57EC7D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0CA31EB-4421-E038-D0F8-EC799BBBDA92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8C399B0-20AE-B43D-BB9A-94B65345D506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6A8D4CB-784C-0E68-E845-337F9139281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DBDC6BC-885E-07C7-9452-7B4A1A94E5A2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7E30C65-E8E6-DC7B-B9C7-B61B07CC5570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2FA3DC5-3703-BD50-8E0E-445323D39F3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179520DB-E913-EE6C-2755-A5B614D281D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DEC004F-4544-4F7C-00A5-0FC981E42B4B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53DB9A-B938-70F2-E5C3-134C0F17C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930616-BE18-458F-6FE9-B8A8B7BB1232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/>
          <p:cNvSpPr txBox="1">
            <a:spLocks/>
          </p:cNvSpPr>
          <p:nvPr/>
        </p:nvSpPr>
        <p:spPr>
          <a:xfrm>
            <a:off x="4200638" y="4000500"/>
            <a:ext cx="12487161" cy="343708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itchFamily="34" charset="0"/>
              <a:buNone/>
            </a:pPr>
            <a:r>
              <a:rPr lang="en-GB" sz="1320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GB" sz="1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800</Words>
  <Application>Microsoft Office PowerPoint</Application>
  <PresentationFormat>Custom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Alatsi</vt:lpstr>
      <vt:lpstr>Arial</vt:lpstr>
      <vt:lpstr>Aharoni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synosis</dc:title>
  <dc:creator>avita</dc:creator>
  <cp:lastModifiedBy>ASAD ABDUR RAHMAN</cp:lastModifiedBy>
  <cp:revision>14</cp:revision>
  <dcterms:created xsi:type="dcterms:W3CDTF">2006-08-16T00:00:00Z</dcterms:created>
  <dcterms:modified xsi:type="dcterms:W3CDTF">2026-02-14T07:13:12Z</dcterms:modified>
  <dc:identifier>DAGTVFROlGs</dc:identifier>
</cp:coreProperties>
</file>