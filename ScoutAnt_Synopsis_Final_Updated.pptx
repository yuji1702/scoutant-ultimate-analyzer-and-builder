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7"/>
    <p:sldId id="266" r:id="rId6"/>
    <p:sldId id="267" r:id="rId5"/>
    <p:sldId id="268" r:id="rId4"/>
  </p:sldIdLst>
  <p:sldSz cx="18288000" cy="10287000"/>
  <p:notesSz cx="6858000" cy="9144000"/>
  <p:embeddedFontLst>
    <p:embeddedFont>
      <p:font typeface="Aharoni" panose="02010803020104030203" pitchFamily="2" charset="-79"/>
      <p:bold r:id="rId17"/>
    </p:embeddedFont>
    <p:embeddedFont>
      <p:font typeface="Alats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ScoutAnt: Ultimate Valorant Analyzer and Team Builder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Synopsis Presentation</a:t>
            </a:r>
          </a:p>
          <a:p>
            <a:r>
              <a:t>Presented by: [Your Name]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ScoutAnt is an intelligent, data-driven system for competitive Valorant analysis.</a:t>
            </a:r>
          </a:p>
          <a:p>
            <a:pPr/>
            <a:r>
              <a:t>Automates collection of match data from VLR.gg.</a:t>
            </a:r>
          </a:p>
          <a:p>
            <a:pPr/>
            <a:r>
              <a:t>Analyzes player performance (ACS, K/D, Agents, Maps).</a:t>
            </a:r>
          </a:p>
          <a:p>
            <a:pPr/>
            <a:r>
              <a:t>Provides actionable strategic intelligence for pre-match planning.</a:t>
            </a:r>
          </a:p>
          <a:p>
            <a:pPr/>
            <a:r>
              <a:t>Bridges the gap between raw data and tactical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/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platforms (Tracker.gg, VLR.gg) provide extensive raw data.</a:t>
            </a:r>
          </a:p>
          <a:p>
            <a:pPr/>
            <a:r>
              <a:t>Current systems lack automated team synergy analysis and predictive modeling.</a:t>
            </a:r>
          </a:p>
          <a:p>
            <a:pPr/>
            <a:r>
              <a:t>Manual analysis is time-intensive and prone to human error.</a:t>
            </a:r>
          </a:p>
          <a:p>
            <a:pPr/>
            <a:r>
              <a:t>No centralized tool for automated 'Meta Composition' identification.</a:t>
            </a:r>
          </a:p>
          <a:p>
            <a:pPr/>
            <a:r>
              <a:t>ScoutAnt fills this gap by providing high-level processed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Functional: Event discovery, match scraping, data persistence, analysis algorithms.</a:t>
            </a:r>
          </a:p>
          <a:p>
            <a:pPr/>
            <a:r>
              <a:t>Non-Functional: Performance (100+ matches/hr), reliability, modularity.</a:t>
            </a:r>
          </a:p>
          <a:p>
            <a:pPr/>
            <a:r>
              <a:t>Data Validation: Ensuring completeness (10 players/map) and accuracy.</a:t>
            </a:r>
          </a:p>
          <a:p>
            <a:pPr/>
            <a:r>
              <a:t>User Interface: CLI-based with real-time feedback and summary stats.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Automated Web Scraping using BeautifulSoup and Requests.</a:t>
            </a:r>
          </a:p>
          <a:p>
            <a:pPr/>
            <a:r>
              <a:t>Step 2: Hierarchical Data Storage in structured JSON format.</a:t>
            </a:r>
          </a:p>
          <a:p>
            <a:pPr/>
            <a:r>
              <a:t>Step 3: Statistical Processing to identify Meta Compositions.</a:t>
            </a:r>
          </a:p>
          <a:p>
            <a:pPr/>
            <a:r>
              <a:t>Step 4: Player Performance Prediction based on historical player-agent-map data.</a:t>
            </a:r>
          </a:p>
          <a:p>
            <a:pPr/>
            <a:r>
              <a:t>Step 5: Actionable Intelligence Delivery for pre-match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/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Software:</a:t>
            </a:r>
          </a:p>
          <a:p>
            <a:pPr/>
            <a:r>
              <a:t>  - Python 3.x, Requests, BeautifulSoup4, python-pptx</a:t>
            </a:r>
          </a:p>
          <a:p>
            <a:pPr/>
            <a:r>
              <a:t>  - Windows/Linux OS</a:t>
            </a:r>
          </a:p>
          <a:p>
            <a:pPr/>
            <a:r>
              <a:t>Hardware:</a:t>
            </a:r>
          </a:p>
          <a:p>
            <a:pPr/>
            <a:r>
              <a:t>  - Standard CPU (i5 or equivalent)</a:t>
            </a:r>
          </a:p>
          <a:p>
            <a:pPr/>
            <a:r>
              <a:t>  - 8GB RAM minimum</a:t>
            </a:r>
          </a:p>
          <a:p>
            <a:pPr/>
            <a:r>
              <a:t>  - Stable Internet Connection for scraping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 extraction of 1000+ match records into JSON.</a:t>
            </a:r>
          </a:p>
          <a:p>
            <a:pPr/>
            <a:r>
              <a:t>Accurate identification of top-tier agent compositions per map.</a:t>
            </a:r>
          </a:p>
          <a:p>
            <a:pPr/>
            <a:r>
              <a:t>Reliable player performance forecasting using historical stats.</a:t>
            </a:r>
          </a:p>
          <a:p>
            <a:pPr/>
            <a:r>
              <a:t>Modular codebase allows easy addition of new scrapers/analyzers.</a:t>
            </a:r>
          </a:p>
          <a:p>
            <a:pPr/>
            <a:r>
              <a:t>Generated clean, data-backed strategic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ScoutAnt provides a significant competitive edge through data.</a:t>
            </a:r>
          </a:p>
          <a:p>
            <a:pPr/>
            <a:r>
              <a:t>Future Work:</a:t>
            </a:r>
          </a:p>
          <a:p>
            <a:pPr/>
            <a:r>
              <a:t>  - ML-based Win Probability Predictor.</a:t>
            </a:r>
          </a:p>
          <a:p>
            <a:pPr/>
            <a:r>
              <a:t>  - Interactive Web Dashboard (React/Plotly).</a:t>
            </a:r>
          </a:p>
          <a:p>
            <a:pPr/>
            <a:r>
              <a:t>  - Real-time tournament analysis and API integration.</a:t>
            </a:r>
          </a:p>
          <a:p>
            <a:pPr/>
            <a:r>
              <a:t>  - Automated VOD-timestamp linking.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(APA 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VLR.gg. (2024). Valorant Match Statistics. https://www.vlr.gg/</a:t>
            </a:r>
          </a:p>
          <a:p>
            <a:pPr/>
            <a:r>
              <a:t>Python Software Foundation. (2024). Python 3 Documentation. https://docs.python.org/3/</a:t>
            </a:r>
          </a:p>
          <a:p>
            <a:pPr/>
            <a:r>
              <a:t>Richardson, L. (2024). BeautifulSoup Documentation. https://www.crummy.com/software/BeautifulSoup/</a:t>
            </a:r>
          </a:p>
          <a:p>
            <a:pPr/>
            <a:r>
              <a:t>Riot Games. (2024). Valorant Esports. https://valorantesports.com/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slides show screenshots of the system in action: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Script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[Screenshot Placeholder: Terminal window executing 'python analyzer.py']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Data Retrieval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[Screenshot Placeholder: Terminal output showing match scraping progress]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Generated JSON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[Screenshot Placeholder: JSON file view (e.g., match_stats_db.json excerpt)]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800</Words>
  <Application>Microsoft Office PowerPoint</Application>
  <PresentationFormat>Custom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Alatsi</vt:lpstr>
      <vt:lpstr>Arial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synosis</dc:title>
  <dc:creator>avita</dc:creator>
  <cp:lastModifiedBy>ASAD ABDUR RAHMAN</cp:lastModifiedBy>
  <cp:revision>14</cp:revision>
  <dcterms:created xsi:type="dcterms:W3CDTF">2006-08-16T00:00:00Z</dcterms:created>
  <dcterms:modified xsi:type="dcterms:W3CDTF">2026-02-14T07:13:12Z</dcterms:modified>
  <dc:identifier>DAGTVFROlGs</dc:identifier>
</cp:coreProperties>
</file>